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0" cy="952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先阅读讲义与示意图，再提交巡检步骤和记录附件。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524000"/>
            <a:ext cx="3810000" cy="238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2026-10-18T14:45:25Z</dcterms:created>
  <dcterms:modified xsi:type="dcterms:W3CDTF">2026-10-18T14:45:25Z</dcterms:modified>
</cp:coreProperties>
</file>