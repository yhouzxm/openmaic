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8229600" cy="43815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6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 第二版</a:t>
            </a:r>
            <a:endParaRPr lang="en-US" sz="1200" dirty="0"/>
          </a:p>
          <a:p>
            <a:pPr indent="0" marL="0">
              <a:lnSpc>
                <a:spcPct val="120000"/>
              </a:lnSpc>
              <a:spcBef>
                <a:spcPts val="375"/>
              </a:spcBef>
              <a:buNone/>
            </a:pPr>
            <a:r>
              <a:rPr lang="en-US" sz="165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增加仪表自检。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2026-10-18T14:45:35Z</dcterms:created>
  <dcterms:modified xsi:type="dcterms:W3CDTF">2026-10-18T14:45:35Z</dcterms:modified>
</cp:coreProperties>
</file>